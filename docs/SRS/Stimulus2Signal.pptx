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meg_eeg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0" y="2476500"/>
            <a:ext cx="4279900" cy="2453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Writer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yanyuwoo</dc:creator>
  <cp:lastModifiedBy>WPS_1758310118</cp:lastModifiedBy>
  <cp:revision>1</cp:revision>
  <dcterms:created xsi:type="dcterms:W3CDTF">2026-02-03T17:08:41Z</dcterms:created>
  <dcterms:modified xsi:type="dcterms:W3CDTF">2026-02-03T17:08:41Z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03F7F832398353857F2B8269DCC462B4_41</vt:lpwstr>
  </property>
  <property fmtid="{D5CDD505-2E9C-101B-9397-08002B2CF9AE}" pid="3" name="KSOProductBuildVer">
    <vt:lpwstr>1033-6.10.2.8397</vt:lpwstr>
  </property>
</Properties>
</file>