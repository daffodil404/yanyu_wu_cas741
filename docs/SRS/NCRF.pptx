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ncrf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2414270"/>
            <a:ext cx="7943850" cy="2028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Writer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yanyuwoo</dc:creator>
  <cp:lastModifiedBy>WPS_1758310118</cp:lastModifiedBy>
  <cp:revision>1</cp:revision>
  <dcterms:created xsi:type="dcterms:W3CDTF">2026-02-03T17:08:11Z</dcterms:created>
  <dcterms:modified xsi:type="dcterms:W3CDTF">2026-02-03T17:08:11Z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CCD4CCE5EC2F5D4A4B2B82699A6A655F_41</vt:lpwstr>
  </property>
  <property fmtid="{D5CDD505-2E9C-101B-9397-08002B2CF9AE}" pid="3" name="KSOProductBuildVer">
    <vt:lpwstr>1033-6.10.2.8397</vt:lpwstr>
  </property>
</Properties>
</file>