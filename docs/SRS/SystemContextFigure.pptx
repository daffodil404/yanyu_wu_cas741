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 showGuide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256A2-DE0C-7447-B687-786F38514E8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6B054-2327-D043-B7B5-4043E46ED17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/>
          <p:cNvGrpSpPr/>
          <p:nvPr/>
        </p:nvGrpSpPr>
        <p:grpSpPr>
          <a:xfrm>
            <a:off x="189913" y="2787728"/>
            <a:ext cx="8858711" cy="1333586"/>
            <a:chOff x="189913" y="3300520"/>
            <a:chExt cx="8858711" cy="1333586"/>
          </a:xfrm>
        </p:grpSpPr>
        <p:grpSp>
          <p:nvGrpSpPr>
            <p:cNvPr id="10" name="Group 9"/>
            <p:cNvGrpSpPr/>
            <p:nvPr/>
          </p:nvGrpSpPr>
          <p:grpSpPr>
            <a:xfrm>
              <a:off x="189913" y="3387736"/>
              <a:ext cx="8858711" cy="1246370"/>
              <a:chOff x="189913" y="1721177"/>
              <a:chExt cx="8858711" cy="1246370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189913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4" name="Oval 3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 panose="02020503050405090304"/>
                      <a:cs typeface="Times New Roman" panose="02020503050405090304"/>
                    </a:rPr>
                    <a:t>User</a:t>
                  </a:r>
                  <a:endParaRPr lang="en-US" sz="2400" dirty="0">
                    <a:latin typeface="Times New Roman" panose="02020503050405090304"/>
                    <a:cs typeface="Times New Roman" panose="02020503050405090304"/>
                  </a:endParaRPr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7802322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 panose="02020503050405090304"/>
                      <a:cs typeface="Times New Roman" panose="02020503050405090304"/>
                    </a:rPr>
                    <a:t>User</a:t>
                  </a:r>
                  <a:endParaRPr lang="en-US" sz="2400" dirty="0">
                    <a:latin typeface="Times New Roman" panose="02020503050405090304"/>
                    <a:cs typeface="Times New Roman" panose="02020503050405090304"/>
                  </a:endParaRPr>
                </a:p>
              </p:txBody>
            </p:sp>
          </p:grpSp>
        </p:grpSp>
        <p:grpSp>
          <p:nvGrpSpPr>
            <p:cNvPr id="20" name="Group 19"/>
            <p:cNvGrpSpPr/>
            <p:nvPr/>
          </p:nvGrpSpPr>
          <p:grpSpPr>
            <a:xfrm>
              <a:off x="3885481" y="3381165"/>
              <a:ext cx="1483694" cy="1246370"/>
              <a:chOff x="3703297" y="1721177"/>
              <a:chExt cx="1483694" cy="124637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3703297" y="1721177"/>
                <a:ext cx="1483694" cy="1246370"/>
              </a:xfrm>
              <a:prstGeom prst="rect">
                <a:avLst/>
              </a:prstGeom>
              <a:noFill/>
              <a:ln w="381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`</a:t>
                </a:r>
                <a:endParaRPr lang="en-US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722982" y="1874847"/>
                <a:ext cx="1456055" cy="81915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2400" dirty="0">
                    <a:latin typeface="Times New Roman" panose="02020503050405090304"/>
                    <a:cs typeface="Times New Roman" panose="02020503050405090304"/>
                  </a:rPr>
                  <a:t>NCRF</a:t>
                </a:r>
                <a:endParaRPr lang="en-US" sz="2400" dirty="0">
                  <a:latin typeface="Times New Roman" panose="02020503050405090304"/>
                  <a:cs typeface="Times New Roman" panose="02020503050405090304"/>
                </a:endParaRPr>
              </a:p>
              <a:p>
                <a:r>
                  <a:rPr lang="en-US" sz="2400" dirty="0">
                    <a:latin typeface="Times New Roman" panose="02020503050405090304"/>
                    <a:cs typeface="Times New Roman" panose="02020503050405090304"/>
                  </a:rPr>
                  <a:t>PipeLine</a:t>
                </a:r>
                <a:endParaRPr lang="en-US" sz="2400" dirty="0">
                  <a:latin typeface="Times New Roman" panose="02020503050405090304"/>
                  <a:cs typeface="Times New Roman" panose="02020503050405090304"/>
                </a:endParaRPr>
              </a:p>
            </p:txBody>
          </p:sp>
        </p:grpSp>
        <p:cxnSp>
          <p:nvCxnSpPr>
            <p:cNvPr id="25" name="Straight Arrow Connector 24"/>
            <p:cNvCxnSpPr>
              <a:stCxn id="4" idx="6"/>
              <a:endCxn id="18" idx="1"/>
            </p:cNvCxnSpPr>
            <p:nvPr/>
          </p:nvCxnSpPr>
          <p:spPr>
            <a:xfrm flipV="1">
              <a:off x="1436215" y="4004350"/>
              <a:ext cx="2449266" cy="6571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369175" y="4010921"/>
              <a:ext cx="2449266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538653" y="3359575"/>
              <a:ext cx="218948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503050405090304"/>
                  <a:cs typeface="Times New Roman" panose="02020503050405090304"/>
                </a:rPr>
                <a:t>Inputs: </a:t>
              </a:r>
              <a:r>
                <a:rPr lang="en-US" dirty="0">
                  <a:latin typeface="Times New Roman" panose="02020503050405090304"/>
                  <a:cs typeface="Times New Roman" panose="02020503050405090304"/>
                </a:rPr>
                <a:t>Stimuli and BIDS</a:t>
              </a:r>
              <a:endParaRPr lang="en-US" dirty="0">
                <a:latin typeface="Times New Roman" panose="02020503050405090304"/>
                <a:cs typeface="Times New Roman" panose="02020503050405090304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26453" y="3300520"/>
              <a:ext cx="2158365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503050405090304"/>
                  <a:cs typeface="Times New Roman" panose="02020503050405090304"/>
                </a:rPr>
                <a:t>Outputs: Spatial and temporal response</a:t>
              </a:r>
              <a:endParaRPr lang="en-US" dirty="0">
                <a:latin typeface="Times New Roman" panose="02020503050405090304"/>
                <a:cs typeface="Times New Roman" panose="020205030504050903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WPS Presentation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Arial</vt:lpstr>
      <vt:lpstr>Times New Roman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PowerPoint 演示文稿</vt:lpstr>
    </vt:vector>
  </TitlesOfParts>
  <Company>McMaster University, Faculty of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Spencer Smith</dc:creator>
  <cp:lastModifiedBy>WPS_1758310118</cp:lastModifiedBy>
  <cp:revision>11</cp:revision>
  <dcterms:created xsi:type="dcterms:W3CDTF">2026-01-26T20:49:42Z</dcterms:created>
  <dcterms:modified xsi:type="dcterms:W3CDTF">2026-01-26T20:49:42Z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D331EB3FF871DDFEF7D177698F8D0360_42</vt:lpwstr>
  </property>
  <property fmtid="{D5CDD505-2E9C-101B-9397-08002B2CF9AE}" pid="3" name="KSOProductBuildVer">
    <vt:lpwstr>1033-6.10.2.8397</vt:lpwstr>
  </property>
</Properties>
</file>